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3A3AC-D681-444A-B9D9-E67B7B52E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7CD724-8BCA-4BA6-A42A-150805AE0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6D79E5-3378-4349-9A5D-FEA19A1A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DD9A4-245E-4FFC-95CD-61BCBD24E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7EC485-2436-454D-A18C-3532BEF4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07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71A26-686B-49F7-9AC5-31D8BB5B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D7513D-321F-4F08-B5E5-31D0FB4A8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227341-EA21-45D8-9BBA-81625723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0B05E0-8C34-4AAB-837C-35F41166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ADA062-DBA9-4BDA-957E-8D7EAD9B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95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A3882-7AEB-4270-977A-0367A286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85061B-2E3C-4111-9858-BC9087F5E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EF0ED2-E66F-4955-9572-4007005D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EF656D-C978-4935-A7F1-EB5ABCF7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7F9911-06A4-4766-AC2A-E6B2D549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362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3D650-83AE-488E-8EE9-C3087985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C158D8-2CB7-4A9D-A84A-ABAD39D33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BD5CD4-583A-432F-B1F2-D91EB552B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BDF12E-E165-4841-9802-380DA5B1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FB9552-FD2C-462E-8721-E48DEF326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C8624A-5630-434A-857D-A74EC6DBD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23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1AB1A-8B9E-4E34-885D-7E109E59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4C6C5A-8F82-4460-A5EA-D11648303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13AF66-034D-415D-A152-49B8B57AA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930B45-CF74-4B0E-A297-F66EB15AC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3E4C7D-8082-454D-A617-2795D4E69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11BDDD-93B3-4ED7-AEF3-EED8531C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C0188F-6E73-4D37-BCB8-5464CEA42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DE9D7F-857B-4F90-A7F0-BA06BC75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648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FA825-E5CA-4B20-A79B-E6A0F9FF0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843744-BC41-4BAC-86A8-8FA485C99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A0E6D1-6D56-4E6F-B635-CABDB249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EC95BB-4270-4DE9-981E-24F9355F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0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027480-86FA-41F0-996C-84599161E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478A53-BEB7-437D-846D-8E97A059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BD82F-81BE-4622-969E-AADA15AA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64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25E40B-0395-44AD-BA20-B686D7DC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D1641-C2C6-48E6-89F0-1C7CAF1CA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00C1DB-FE4A-46D9-B79F-D8B02148A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9B99C5-D911-423D-9E92-41FFA68A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3D50DD-A770-4A9F-AA9C-08BE1424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E1D60E-A0B7-42FA-BD66-CAB67583D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62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B622C-742A-4FEC-BB54-3945EC0C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802506-3574-42B7-A9CF-5D7172A6E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F859E7-A568-4612-A6A2-895490781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46FF13-0E79-442A-85DC-A83B8EAC6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30CAD9-1FBE-42DE-B588-A34C12DB5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9E875F-C458-410E-AC7D-C5AD0DFFA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6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58FAE-E4F8-4DD5-977B-F154F278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D344E2-1546-45EA-B836-5CAC3E90E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81B1E0-0906-420D-9D90-17AC2A543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C9607-0C74-4160-BECC-9A51918C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82DDE-C0C5-41E3-B15C-478D970B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74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C17086-E80C-4F4D-B0E4-16099B22D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32E425-37FE-4495-8F97-8BC678B70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5385AE-E632-4A99-830D-E9AD2D59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C3D204-E387-40A6-B6BF-FCC73A42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940990-FBB7-43D0-944E-F55C8C30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4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E57C36-FF0C-4820-AC60-1808E576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5EF1E3-B459-4E6C-BB2E-111B1E6CC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C4F3A9-E0B2-4805-9D74-1A7608023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7B0C0-5C8A-4F41-8863-9C1B1E1E31E2}" type="datetimeFigureOut">
              <a:rPr lang="ko-KR" altLang="en-US" smtClean="0"/>
              <a:t>2022-02-10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52FA07-FD8B-4B11-BAFB-48C8BAFAE5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314464-DC59-4E25-B21C-F64CC14A9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BE6A4-ED37-47F4-BAC2-175D8E614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31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EEF233-3769-40F3-8BF2-8CA8F929B1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18989"/>
          <a:stretch/>
        </p:blipFill>
        <p:spPr>
          <a:xfrm>
            <a:off x="3542737" y="10"/>
            <a:ext cx="866851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4E66F6-359A-4016-93D3-532B07BA48D3}"/>
              </a:ext>
            </a:extLst>
          </p:cNvPr>
          <p:cNvSpPr/>
          <p:nvPr/>
        </p:nvSpPr>
        <p:spPr>
          <a:xfrm>
            <a:off x="477980" y="1013945"/>
            <a:ext cx="6721717" cy="23741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54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부산촌놈인</a:t>
            </a:r>
            <a:r>
              <a:rPr lang="en-US" altLang="ko-KR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 </a:t>
            </a:r>
            <a:r>
              <a:rPr lang="ko-KR" alt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내가 </a:t>
            </a:r>
            <a:br>
              <a:rPr lang="en-US" altLang="ko-KR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</a:br>
            <a:r>
              <a:rPr lang="en-US" altLang="ko-KR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&lt;&lt;</a:t>
            </a:r>
            <a:r>
              <a:rPr lang="ko-KR" alt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한국정복</a:t>
            </a:r>
            <a:r>
              <a:rPr lang="en-US" altLang="ko-KR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&gt;&gt;</a:t>
            </a:r>
            <a:r>
              <a:rPr lang="ko-KR" alt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을 </a:t>
            </a:r>
            <a:br>
              <a:rPr lang="en-US" altLang="ko-KR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</a:br>
            <a:r>
              <a:rPr lang="ko-KR" alt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할 수 </a:t>
            </a:r>
            <a:r>
              <a:rPr lang="ko-KR" altLang="en-US" sz="54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있을리</a:t>
            </a:r>
            <a:r>
              <a:rPr lang="en-US" altLang="ko-KR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 </a:t>
            </a:r>
            <a:r>
              <a:rPr lang="ko-KR" altLang="en-US" sz="54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없잖아</a:t>
            </a:r>
            <a:r>
              <a:rPr lang="en-US" altLang="ko-KR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effectLst/>
                <a:latin typeface="휴먼매직체" panose="02030504000101010101" pitchFamily="18" charset="-127"/>
                <a:ea typeface="휴먼매직체" panose="02030504000101010101" pitchFamily="18" charset="-127"/>
                <a:cs typeface="+mj-cs"/>
              </a:rPr>
              <a:t>!!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161373-60A8-4F6E-910B-5DF2F716E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3631263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 latinLnBrk="0"/>
            <a:r>
              <a:rPr lang="en-US" altLang="ko-KR" sz="2000" b="1" dirty="0">
                <a:ln w="22225">
                  <a:solidFill>
                    <a:schemeClr val="accent2"/>
                  </a:solidFill>
                  <a:prstDash val="solid"/>
                </a:ln>
                <a:latin typeface="휴먼매직체" panose="02030504000101010101" pitchFamily="18" charset="-127"/>
                <a:ea typeface="휴먼매직체" panose="02030504000101010101" pitchFamily="18" charset="-127"/>
              </a:rPr>
              <a:t>(</a:t>
            </a:r>
            <a:r>
              <a:rPr lang="ko-KR" altLang="en-US" sz="2000" b="1" dirty="0">
                <a:ln w="22225">
                  <a:solidFill>
                    <a:schemeClr val="accent2"/>
                  </a:solidFill>
                  <a:prstDash val="solid"/>
                </a:ln>
                <a:latin typeface="휴먼매직체" panose="02030504000101010101" pitchFamily="18" charset="-127"/>
                <a:ea typeface="휴먼매직체" panose="02030504000101010101" pitchFamily="18" charset="-127"/>
              </a:rPr>
              <a:t>아니 어쩌면 할 수 있을지도</a:t>
            </a:r>
            <a:r>
              <a:rPr lang="en-US" altLang="ko-KR" sz="2000" b="1" dirty="0">
                <a:ln w="22225">
                  <a:solidFill>
                    <a:schemeClr val="accent2"/>
                  </a:solidFill>
                  <a:prstDash val="solid"/>
                </a:ln>
                <a:latin typeface="휴먼매직체" panose="02030504000101010101" pitchFamily="18" charset="-127"/>
                <a:ea typeface="휴먼매직체" panose="02030504000101010101" pitchFamily="18" charset="-127"/>
              </a:rPr>
              <a:t>..)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806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81C5532-B5DE-4E5A-886A-27BB24804F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4000"/>
          </a:blip>
          <a:stretch>
            <a:fillRect/>
          </a:stretch>
        </p:blipFill>
        <p:spPr>
          <a:xfrm>
            <a:off x="0" y="9817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BB7553C-71A2-4710-B4EF-F9481EBA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320" y="463470"/>
            <a:ext cx="3317240" cy="1269077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solidFill>
                  <a:schemeClr val="accent4">
                    <a:lumMod val="50000"/>
                  </a:schemeClr>
                </a:solidFill>
                <a:latin typeface="+mn-ea"/>
                <a:ea typeface="+mn-ea"/>
              </a:rPr>
              <a:t>♣INDEX♣</a:t>
            </a:r>
            <a:endParaRPr lang="ko-KR" altLang="en-US" sz="3600" dirty="0">
              <a:solidFill>
                <a:schemeClr val="accent4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CD1361-6740-49D4-8B2D-38521A259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320" y="2252503"/>
            <a:ext cx="626364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400" dirty="0">
                <a:solidFill>
                  <a:schemeClr val="accent4">
                    <a:lumMod val="50000"/>
                  </a:schemeClr>
                </a:solidFill>
                <a:latin typeface="+mn-ea"/>
                <a:ea typeface="+mn-ea"/>
              </a:rPr>
              <a:t>♣</a:t>
            </a:r>
            <a:r>
              <a:rPr lang="ko-KR" altLang="en-US" sz="2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제</a:t>
            </a:r>
            <a:r>
              <a:rPr lang="en-US" altLang="ko-KR" sz="2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  <a:r>
              <a:rPr lang="ko-KR" altLang="en-US" sz="2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장</a:t>
            </a:r>
            <a:endParaRPr lang="en-US" altLang="ko-KR" sz="2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lvl="1"/>
            <a:r>
              <a:rPr lang="ko-KR" altLang="en-US" sz="3200" dirty="0">
                <a:solidFill>
                  <a:srgbClr val="C00000"/>
                </a:solidFill>
                <a:latin typeface="+mn-ea"/>
              </a:rPr>
              <a:t>등장배경</a:t>
            </a:r>
            <a:endParaRPr lang="en-US" altLang="ko-KR" sz="3200" dirty="0">
              <a:solidFill>
                <a:srgbClr val="C0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ko-KR" sz="2400" dirty="0">
                <a:solidFill>
                  <a:schemeClr val="accent4">
                    <a:lumMod val="50000"/>
                  </a:schemeClr>
                </a:solidFill>
                <a:latin typeface="+mn-ea"/>
                <a:ea typeface="+mn-ea"/>
              </a:rPr>
              <a:t>♣</a:t>
            </a:r>
            <a:r>
              <a:rPr lang="ko-KR" altLang="en-US" sz="2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제</a:t>
            </a:r>
            <a:r>
              <a:rPr lang="en-US" altLang="ko-KR" sz="2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2</a:t>
            </a:r>
            <a:r>
              <a:rPr lang="ko-KR" altLang="en-US" sz="2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장</a:t>
            </a:r>
            <a:endParaRPr lang="en-US" altLang="ko-KR" sz="2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lvl="1"/>
            <a:r>
              <a:rPr lang="ko-KR" altLang="en-US" sz="3200" dirty="0">
                <a:solidFill>
                  <a:srgbClr val="C00000"/>
                </a:solidFill>
                <a:latin typeface="+mn-ea"/>
              </a:rPr>
              <a:t>기능</a:t>
            </a:r>
            <a:endParaRPr lang="en-US" altLang="ko-KR" sz="3200" dirty="0">
              <a:solidFill>
                <a:srgbClr val="C0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ko-KR" sz="2400" dirty="0">
                <a:solidFill>
                  <a:schemeClr val="accent4">
                    <a:lumMod val="50000"/>
                  </a:schemeClr>
                </a:solidFill>
                <a:latin typeface="+mn-ea"/>
                <a:ea typeface="+mn-ea"/>
              </a:rPr>
              <a:t>♣</a:t>
            </a:r>
            <a:r>
              <a:rPr lang="ko-KR" altLang="en-US" sz="2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제</a:t>
            </a:r>
            <a:r>
              <a:rPr lang="en-US" altLang="ko-KR" sz="2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3</a:t>
            </a:r>
            <a:r>
              <a:rPr lang="ko-KR" altLang="en-US" sz="2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장</a:t>
            </a:r>
            <a:endParaRPr lang="en-US" altLang="ko-KR" sz="2400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  <a:p>
            <a:pPr lvl="1"/>
            <a:r>
              <a:rPr lang="ko-KR" altLang="en-US" sz="3200" dirty="0">
                <a:solidFill>
                  <a:srgbClr val="C00000"/>
                </a:solidFill>
                <a:latin typeface="+mn-ea"/>
              </a:rPr>
              <a:t>대략적인 모습</a:t>
            </a:r>
            <a:endParaRPr lang="en-US" altLang="ko-KR" sz="3200" dirty="0">
              <a:solidFill>
                <a:srgbClr val="C00000"/>
              </a:solidFill>
              <a:latin typeface="+mn-ea"/>
            </a:endParaRPr>
          </a:p>
          <a:p>
            <a:pPr lvl="1"/>
            <a:endParaRPr lang="en-US" altLang="ko-KR" dirty="0">
              <a:solidFill>
                <a:srgbClr val="C00000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lvl="1"/>
            <a:endParaRPr lang="en-US" altLang="ko-KR" dirty="0">
              <a:solidFill>
                <a:srgbClr val="C00000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C00000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  <a:p>
            <a:pPr lvl="1"/>
            <a:endParaRPr lang="en-US" altLang="ko-KR" dirty="0">
              <a:solidFill>
                <a:srgbClr val="C00000"/>
              </a:solidFill>
              <a:latin typeface="휴먼매직체" panose="02030504000101010101" pitchFamily="18" charset="-127"/>
              <a:ea typeface="휴먼매직체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4314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18F1F-DFA4-4A04-B37C-C17D1B06B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등장배경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45E04E-10D4-4F42-ABC2-3EB27D114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ko-KR" altLang="en-US" sz="2400" dirty="0"/>
              <a:t>여행중에 사진을 찍던 나는 문득 생각이 들었다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‘</a:t>
            </a:r>
            <a:r>
              <a:rPr lang="ko-KR" altLang="en-US" sz="2400" dirty="0"/>
              <a:t>이런 사진들을 편하게 기억할 수 있게 저장할 수는 없을까</a:t>
            </a:r>
            <a:r>
              <a:rPr lang="en-US" altLang="ko-KR" sz="2400" dirty="0"/>
              <a:t>?</a:t>
            </a:r>
          </a:p>
          <a:p>
            <a:pPr marL="0" indent="0">
              <a:buNone/>
            </a:pPr>
            <a:r>
              <a:rPr lang="ko-KR" altLang="en-US" sz="2400" dirty="0"/>
              <a:t>난 인스타도 </a:t>
            </a:r>
            <a:r>
              <a:rPr lang="ko-KR" altLang="en-US" sz="2400" dirty="0" err="1"/>
              <a:t>안하는데</a:t>
            </a:r>
            <a:r>
              <a:rPr lang="en-US" altLang="ko-KR" sz="2400" dirty="0"/>
              <a:t>..’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ko-KR" altLang="en-US" sz="2400" dirty="0"/>
              <a:t>번뜩</a:t>
            </a:r>
            <a:r>
              <a:rPr lang="en-US" altLang="ko-KR" sz="2400" dirty="0"/>
              <a:t>..! </a:t>
            </a:r>
            <a:r>
              <a:rPr lang="ko-KR" altLang="en-US" sz="2400" dirty="0"/>
              <a:t>맞다</a:t>
            </a:r>
            <a:r>
              <a:rPr lang="en-US" altLang="ko-KR" sz="2400" dirty="0"/>
              <a:t>.. </a:t>
            </a:r>
            <a:r>
              <a:rPr lang="ko-KR" altLang="en-US" sz="2400" dirty="0"/>
              <a:t>내가 만들면 되지 않을까</a:t>
            </a:r>
            <a:r>
              <a:rPr lang="en-US" altLang="ko-KR" sz="2400" dirty="0"/>
              <a:t>..?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 지도를 바탕으로 추억을 채워 나가면 좋겠다</a:t>
            </a:r>
            <a:r>
              <a:rPr lang="en-US" altLang="ko-KR" sz="2400" dirty="0"/>
              <a:t>. </a:t>
            </a:r>
            <a:r>
              <a:rPr lang="ko-KR" altLang="en-US" sz="2400" dirty="0"/>
              <a:t>가능하면 한 눈에 들어오게 </a:t>
            </a:r>
            <a:r>
              <a:rPr lang="en-US" altLang="ko-KR" sz="2400" dirty="0"/>
              <a:t>.. </a:t>
            </a:r>
            <a:r>
              <a:rPr lang="ko-KR" altLang="en-US" sz="2400" dirty="0"/>
              <a:t>하지만 또 충분하게 </a:t>
            </a:r>
            <a:r>
              <a:rPr lang="en-US" altLang="ko-KR" sz="2400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45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EA2995-5CAE-4C47-8178-D145D823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82CA44-2366-477B-A9D6-960F4DA3B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 지도를 이용해서 빈칸을 채워 나가는 방식이다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ko-KR" altLang="en-US" sz="2400" dirty="0"/>
              <a:t>물리적 위치를</a:t>
            </a:r>
            <a:r>
              <a:rPr lang="en-US" altLang="ko-KR" sz="2400" dirty="0"/>
              <a:t> index</a:t>
            </a:r>
            <a:r>
              <a:rPr lang="ko-KR" altLang="en-US" sz="2400" dirty="0"/>
              <a:t>로 하여</a:t>
            </a:r>
            <a:r>
              <a:rPr lang="en-US" altLang="ko-KR" sz="2400" dirty="0"/>
              <a:t> </a:t>
            </a:r>
            <a:r>
              <a:rPr lang="ko-KR" altLang="en-US" sz="2400" dirty="0"/>
              <a:t>사진</a:t>
            </a:r>
            <a:r>
              <a:rPr lang="en-US" altLang="ko-KR" sz="2400" dirty="0"/>
              <a:t>, </a:t>
            </a:r>
            <a:r>
              <a:rPr lang="ko-KR" altLang="en-US" sz="2400" dirty="0"/>
              <a:t>동영상</a:t>
            </a:r>
            <a:r>
              <a:rPr lang="en-US" altLang="ko-KR" sz="2400" dirty="0"/>
              <a:t>, </a:t>
            </a:r>
            <a:r>
              <a:rPr lang="ko-KR" altLang="en-US" sz="2400" dirty="0"/>
              <a:t>코멘트 등을 </a:t>
            </a:r>
            <a:r>
              <a:rPr lang="ko-KR" altLang="en-US" sz="2400" dirty="0" err="1"/>
              <a:t>채워나간다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ko-KR" altLang="en-US" sz="2400" dirty="0"/>
              <a:t>자세하게 기록 할 수도 있지만 간단하게 기록하는 방식을 지원한다</a:t>
            </a:r>
            <a:r>
              <a:rPr lang="en-US" altLang="ko-KR" sz="2400" dirty="0"/>
              <a:t>. </a:t>
            </a:r>
            <a:r>
              <a:rPr lang="ko-KR" altLang="en-US" sz="2400" dirty="0"/>
              <a:t>관광지에 가면 있는 낙서처럼 짧은 기록을 남기면 좋겠다</a:t>
            </a:r>
            <a:r>
              <a:rPr lang="en-US" altLang="ko-KR" sz="2400" dirty="0"/>
              <a:t>. </a:t>
            </a:r>
            <a:r>
              <a:rPr lang="ko-KR" altLang="en-US" sz="2400" dirty="0"/>
              <a:t>다양한 감상 스티커를 사용하여 남기는 방식도 좋을 것 같다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ko-KR" altLang="en-US" sz="2400" dirty="0"/>
              <a:t>포켓몬</a:t>
            </a:r>
            <a:r>
              <a:rPr lang="en-US" altLang="ko-KR" sz="2400" dirty="0"/>
              <a:t>GO</a:t>
            </a:r>
            <a:r>
              <a:rPr lang="ko-KR" altLang="en-US" sz="2400" dirty="0"/>
              <a:t>처럼 수집하는 재미도 있을 것 같다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 다른 사람들의 기록에 대한 정보도 공유하게 되면 좋겠다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13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C476B-BA7B-4BAD-B524-0A8FB4C9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대략적인 모습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525C4E-C9AF-42AA-8853-239D2B1A2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 descr="지도이(가) 표시된 사진&#10;&#10;자동 생성된 설명">
            <a:extLst>
              <a:ext uri="{FF2B5EF4-FFF2-40B4-BE49-F238E27FC236}">
                <a16:creationId xmlns:a16="http://schemas.microsoft.com/office/drawing/2014/main" id="{F3581687-4397-4AB7-8548-7C0904C26B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79" b="32913"/>
          <a:stretch/>
        </p:blipFill>
        <p:spPr>
          <a:xfrm>
            <a:off x="508241" y="1690688"/>
            <a:ext cx="10089173" cy="44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14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FD1C52D-F7D7-41D3-8AA5-31366F99E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5" y="862863"/>
            <a:ext cx="5943600" cy="56007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8548573-AE07-451B-8083-3E08132DD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002" y="128126"/>
            <a:ext cx="5092962" cy="56263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5B1F98-32DA-461D-B104-7E085226DCE7}"/>
              </a:ext>
            </a:extLst>
          </p:cNvPr>
          <p:cNvSpPr txBox="1"/>
          <p:nvPr/>
        </p:nvSpPr>
        <p:spPr>
          <a:xfrm>
            <a:off x="3330341" y="3429000"/>
            <a:ext cx="187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김찬호</a:t>
            </a:r>
            <a:r>
              <a:rPr lang="ko-KR" altLang="en-US" dirty="0">
                <a:solidFill>
                  <a:srgbClr val="FF0000"/>
                </a:solidFill>
              </a:rPr>
              <a:t> 생가</a:t>
            </a:r>
          </a:p>
        </p:txBody>
      </p:sp>
    </p:spTree>
    <p:extLst>
      <p:ext uri="{BB962C8B-B14F-4D97-AF65-F5344CB8AC3E}">
        <p14:creationId xmlns:p14="http://schemas.microsoft.com/office/powerpoint/2010/main" val="1231482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169</Words>
  <Application>Microsoft Office PowerPoint</Application>
  <PresentationFormat>와이드스크린</PresentationFormat>
  <Paragraphs>33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휴먼매직체</vt:lpstr>
      <vt:lpstr>Arial</vt:lpstr>
      <vt:lpstr>Calibri</vt:lpstr>
      <vt:lpstr>Office 테마</vt:lpstr>
      <vt:lpstr>PowerPoint 프레젠테이션</vt:lpstr>
      <vt:lpstr>♣INDEX♣</vt:lpstr>
      <vt:lpstr>등장배경</vt:lpstr>
      <vt:lpstr>기능</vt:lpstr>
      <vt:lpstr>대략적인 모습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황찬준</dc:creator>
  <cp:lastModifiedBy>황찬준</cp:lastModifiedBy>
  <cp:revision>3</cp:revision>
  <dcterms:created xsi:type="dcterms:W3CDTF">2022-02-10T05:46:06Z</dcterms:created>
  <dcterms:modified xsi:type="dcterms:W3CDTF">2022-02-10T10:27:39Z</dcterms:modified>
</cp:coreProperties>
</file>